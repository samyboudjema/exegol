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6858000" cx="12192000"/>
  <p:notesSz cx="6858000" cy="9144000"/>
  <p:embeddedFontLst>
    <p:embeddedFont>
      <p:font typeface="DM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1" roundtripDataSignature="AMtx7mjB+hZXZSNk+dNcepxmtsm/1HzD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1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DMSans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DMSans-regular.fntdata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DMSans-italic.fntdata"/><Relationship Id="rId14" Type="http://schemas.openxmlformats.org/officeDocument/2006/relationships/slide" Target="slides/slide10.xml"/><Relationship Id="rId58" Type="http://schemas.openxmlformats.org/officeDocument/2006/relationships/font" Target="fonts/DM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70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7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3.png"/><Relationship Id="rId7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49.png"/><Relationship Id="rId7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6.png"/><Relationship Id="rId7" Type="http://schemas.openxmlformats.org/officeDocument/2006/relationships/image" Target="../media/image6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1" y="2879652"/>
            <a:ext cx="121920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CAMPUSCYBER COURSE</a:t>
            </a:r>
            <a:b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i="0" lang="fr-FR" sz="54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36140" l="16128" r="16223" t="35369"/>
          <a:stretch/>
        </p:blipFill>
        <p:spPr>
          <a:xfrm>
            <a:off x="4046219" y="3846442"/>
            <a:ext cx="1837627" cy="773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cole du numérique" id="91" name="Google Shape;91;p1"/>
          <p:cNvPicPr preferRelativeResize="0"/>
          <p:nvPr/>
        </p:nvPicPr>
        <p:blipFill rotWithShape="1">
          <a:blip r:embed="rId5">
            <a:alphaModFix/>
          </a:blip>
          <a:srcRect b="17172" l="0" r="0" t="21358"/>
          <a:stretch/>
        </p:blipFill>
        <p:spPr>
          <a:xfrm>
            <a:off x="6096000" y="3840661"/>
            <a:ext cx="2186976" cy="7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000" u="none" cap="none" strike="noStrike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</a:t>
            </a:r>
            <a:endParaRPr/>
          </a:p>
        </p:txBody>
      </p:sp>
      <p:cxnSp>
        <p:nvCxnSpPr>
          <p:cNvPr id="99" name="Google Shape;99;p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902" y="1385985"/>
            <a:ext cx="4945117" cy="4945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 b="17694" l="22326" r="21869" t="17879"/>
          <a:stretch/>
        </p:blipFill>
        <p:spPr>
          <a:xfrm>
            <a:off x="7189441" y="1385985"/>
            <a:ext cx="1347958" cy="1556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82196" y="3494591"/>
            <a:ext cx="1556231" cy="1556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43334" y="5021176"/>
            <a:ext cx="1556231" cy="1556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74086" y="1871098"/>
            <a:ext cx="1556231" cy="1556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46855" y="3342004"/>
            <a:ext cx="1558103" cy="1558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63420" y="5100938"/>
            <a:ext cx="1556231" cy="1556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</a:t>
            </a:r>
            <a:endParaRPr/>
          </a:p>
        </p:txBody>
      </p:sp>
      <p:cxnSp>
        <p:nvCxnSpPr>
          <p:cNvPr id="115" name="Google Shape;115;p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ersonne, Visage humain&#10;&#10;Le contenu généré par l’IA peut être incorrect."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1350" y="1455766"/>
            <a:ext cx="9166070" cy="518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</a:t>
            </a:r>
            <a:endParaRPr/>
          </a:p>
        </p:txBody>
      </p:sp>
      <p:cxnSp>
        <p:nvCxnSpPr>
          <p:cNvPr id="126" name="Google Shape;126;p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129" name="Google Shape;1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9295" y="805886"/>
            <a:ext cx="6314516" cy="6481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fuf mascot" id="130" name="Google Shape;13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28433"/>
            <a:ext cx="5715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ext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141" name="Google Shape;14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3801" y="821311"/>
            <a:ext cx="5484398" cy="637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– Fuzzing key </a:t>
            </a:r>
            <a:endParaRPr/>
          </a:p>
        </p:txBody>
      </p:sp>
      <p:cxnSp>
        <p:nvCxnSpPr>
          <p:cNvPr id="149" name="Google Shape;149;p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152" name="Google Shape;1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3838" y="617392"/>
            <a:ext cx="715860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filters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60" name="Google Shape;160;p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163" name="Google Shape;16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8693" y="619587"/>
            <a:ext cx="699461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match</a:t>
            </a:r>
            <a:endParaRPr/>
          </a:p>
        </p:txBody>
      </p:sp>
      <p:cxnSp>
        <p:nvCxnSpPr>
          <p:cNvPr id="171" name="Google Shape;171;p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174" name="Google Shape;1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4857" y="603114"/>
            <a:ext cx="812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Vhosts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Police&#10;&#10;Le contenu généré par l’IA peut être incorrect." id="184" name="Google Shape;18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590" y="943846"/>
            <a:ext cx="12192000" cy="599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Vhosts </a:t>
            </a:r>
            <a:endParaRPr/>
          </a:p>
        </p:txBody>
      </p:sp>
      <p:cxnSp>
        <p:nvCxnSpPr>
          <p:cNvPr id="193" name="Google Shape;193;p1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&#10;&#10;Le contenu généré par l’IA peut être incorrect." id="196" name="Google Shape;19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6295" y="452486"/>
            <a:ext cx="998512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Vhosts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4" name="Google Shape;204;p1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5" name="Google Shape;20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affichage, logiciel&#10;&#10;Le contenu généré par l’IA peut être incorrect." id="207" name="Google Shape;20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4906" y="794364"/>
            <a:ext cx="5702187" cy="6504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Vhosts </a:t>
            </a:r>
            <a:endParaRPr/>
          </a:p>
        </p:txBody>
      </p:sp>
      <p:cxnSp>
        <p:nvCxnSpPr>
          <p:cNvPr id="215" name="Google Shape;215;p1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6" name="Google Shape;21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Le contenu généré par l’IA peut être incorrect." id="218" name="Google Shape;21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0413" y="593889"/>
            <a:ext cx="75188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– Fuzzing Vhosts </a:t>
            </a:r>
            <a:endParaRPr/>
          </a:p>
        </p:txBody>
      </p:sp>
      <p:cxnSp>
        <p:nvCxnSpPr>
          <p:cNvPr id="226" name="Google Shape;226;p1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7" name="Google Shape;2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&#10;&#10;Le contenu généré par l’IA peut être incorrect." id="228" name="Google Shape;22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313" y="443060"/>
            <a:ext cx="1082108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Fuzzing Vhosts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37" name="Google Shape;237;p1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8" name="Google Shape;23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Le contenu généré par l’IA peut être incorrect." id="240" name="Google Shape;24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0413" y="617392"/>
            <a:ext cx="75188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48" name="Google Shape;248;p1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9" name="Google Shape;2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251" name="Google Shape;2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47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entry</a:t>
            </a:r>
            <a:endParaRPr/>
          </a:p>
        </p:txBody>
      </p:sp>
      <p:cxnSp>
        <p:nvCxnSpPr>
          <p:cNvPr id="259" name="Google Shape;259;p1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0" name="Google Shape;2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262" name="Google Shape;2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4234" y="1405609"/>
            <a:ext cx="9343531" cy="5281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no entry</a:t>
            </a:r>
            <a:endParaRPr/>
          </a:p>
        </p:txBody>
      </p:sp>
      <p:cxnSp>
        <p:nvCxnSpPr>
          <p:cNvPr id="270" name="Google Shape;270;p1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1" name="Google Shape;2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273" name="Google Shape;2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47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no entry</a:t>
            </a:r>
            <a:endParaRPr/>
          </a:p>
        </p:txBody>
      </p:sp>
      <p:cxnSp>
        <p:nvCxnSpPr>
          <p:cNvPr id="281" name="Google Shape;281;p1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82" name="Google Shape;2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284" name="Google Shape;28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423219"/>
            <a:ext cx="12192000" cy="4011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error 500</a:t>
            </a:r>
            <a:endParaRPr/>
          </a:p>
        </p:txBody>
      </p:sp>
      <p:cxnSp>
        <p:nvCxnSpPr>
          <p:cNvPr id="292" name="Google Shape;292;p1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3" name="Google Shape;2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295" name="Google Shape;29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4234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error 500</a:t>
            </a:r>
            <a:endParaRPr/>
          </a:p>
        </p:txBody>
      </p:sp>
      <p:cxnSp>
        <p:nvCxnSpPr>
          <p:cNvPr id="303" name="Google Shape;303;p2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04" name="Google Shape;3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306" name="Google Shape;3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451290"/>
            <a:ext cx="12192000" cy="3955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UNION</a:t>
            </a:r>
            <a:endParaRPr/>
          </a:p>
        </p:txBody>
      </p:sp>
      <p:cxnSp>
        <p:nvCxnSpPr>
          <p:cNvPr id="314" name="Google Shape;314;p2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5" name="Google Shape;3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apture d’écran, texte, Police&#10;&#10;Le contenu généré par l’IA peut être incorrect." id="317" name="Google Shape;3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668547"/>
            <a:ext cx="12192000" cy="3520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UNION</a:t>
            </a:r>
            <a:endParaRPr/>
          </a:p>
        </p:txBody>
      </p:sp>
      <p:cxnSp>
        <p:nvCxnSpPr>
          <p:cNvPr id="325" name="Google Shape;325;p2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26" name="Google Shape;3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328" name="Google Shape;3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47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UNION</a:t>
            </a:r>
            <a:endParaRPr/>
          </a:p>
        </p:txBody>
      </p:sp>
      <p:cxnSp>
        <p:nvCxnSpPr>
          <p:cNvPr id="336" name="Google Shape;336;p2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7" name="Google Shape;3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339" name="Google Shape;3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750296"/>
            <a:ext cx="12192000" cy="3357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UNION</a:t>
            </a:r>
            <a:endParaRPr/>
          </a:p>
        </p:txBody>
      </p:sp>
      <p:cxnSp>
        <p:nvCxnSpPr>
          <p:cNvPr id="347" name="Google Shape;347;p2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48" name="Google Shape;3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igne&#10;&#10;Le contenu généré par l’IA peut être incorrect." id="350" name="Google Shape;35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375" y="1890712"/>
            <a:ext cx="1152525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tables</a:t>
            </a:r>
            <a:endParaRPr/>
          </a:p>
        </p:txBody>
      </p:sp>
      <p:cxnSp>
        <p:nvCxnSpPr>
          <p:cNvPr id="358" name="Google Shape;358;p2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59" name="Google Shape;3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361" name="Google Shape;36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768078"/>
            <a:ext cx="12192000" cy="3321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tables</a:t>
            </a:r>
            <a:endParaRPr/>
          </a:p>
        </p:txBody>
      </p:sp>
      <p:cxnSp>
        <p:nvCxnSpPr>
          <p:cNvPr id="369" name="Google Shape;369;p2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0" name="Google Shape;3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ordinateur&#10;&#10;Le contenu généré par l’IA peut être incorrect." id="372" name="Google Shape;37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47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columns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80" name="Google Shape;380;p2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81" name="Google Shape;3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 multimédia&#10;&#10;Le contenu généré par l’IA peut être incorrect." id="383" name="Google Shape;38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631156"/>
            <a:ext cx="12192000" cy="359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columns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91" name="Google Shape;391;p2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92" name="Google Shape;3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394" name="Google Shape;39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4234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users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02" name="Google Shape;402;p2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03" name="Google Shape;4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apture d’écran, texte, Police&#10;&#10;Le contenu généré par l’IA peut être incorrect." id="405" name="Google Shape;40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768078"/>
            <a:ext cx="12192000" cy="3321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users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13" name="Google Shape;413;p3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14" name="Google Shape;41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Icône d’ordinateur&#10;&#10;Le contenu généré par l’IA peut être incorrect." id="416" name="Google Shape;41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77091" y="1405610"/>
            <a:ext cx="9343531" cy="5281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sqlmap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24" name="Google Shape;424;p3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25" name="Google Shape;42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Le contenu généré par l’IA peut être incorrect." id="427" name="Google Shape;42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1947" y="880841"/>
            <a:ext cx="5753927" cy="6447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sqlmap -v3</a:t>
            </a:r>
            <a:endParaRPr/>
          </a:p>
        </p:txBody>
      </p:sp>
      <p:cxnSp>
        <p:nvCxnSpPr>
          <p:cNvPr id="435" name="Google Shape;435;p3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36" name="Google Shape;4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affichage&#10;&#10;Le contenu généré par l’IA peut être incorrect." id="438" name="Google Shape;43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3399" y="617392"/>
            <a:ext cx="991091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SQLi bypass</a:t>
            </a:r>
            <a:endParaRPr/>
          </a:p>
        </p:txBody>
      </p:sp>
      <p:cxnSp>
        <p:nvCxnSpPr>
          <p:cNvPr id="446" name="Google Shape;446;p3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7" name="Google Shape;4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449" name="Google Shape;44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017520"/>
            <a:ext cx="12192000" cy="3211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apture d’écran, texte&#10;&#10;Le contenu généré par l’IA peut être incorrect." id="450" name="Google Shape;45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7143" y="3247349"/>
            <a:ext cx="12192000" cy="275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LFI </a:t>
            </a:r>
            <a:endParaRPr/>
          </a:p>
        </p:txBody>
      </p:sp>
      <p:cxnSp>
        <p:nvCxnSpPr>
          <p:cNvPr id="458" name="Google Shape;458;p3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59" name="Google Shape;45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Site web, Visage humain&#10;&#10;Le contenu généré par l’IA peut être incorrect." id="461" name="Google Shape;461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03" y="1405597"/>
            <a:ext cx="9343575" cy="5281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LFI etc/passwd </a:t>
            </a:r>
            <a:endParaRPr/>
          </a:p>
        </p:txBody>
      </p:sp>
      <p:cxnSp>
        <p:nvCxnSpPr>
          <p:cNvPr id="469" name="Google Shape;469;p3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70" name="Google Shape;47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Site web, logiciel&#10;&#10;Le contenu généré par l’IA peut être incorrect." id="472" name="Google Shape;47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4212" y="1405597"/>
            <a:ext cx="9343575" cy="5281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LFI flag.php </a:t>
            </a:r>
            <a:endParaRPr/>
          </a:p>
        </p:txBody>
      </p:sp>
      <p:cxnSp>
        <p:nvCxnSpPr>
          <p:cNvPr id="480" name="Google Shape;480;p3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81" name="Google Shape;48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Site web, Page web&#10;&#10;Le contenu généré par l’IA peut être incorrect." id="483" name="Google Shape;48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4212" y="1405597"/>
            <a:ext cx="9343576" cy="5281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LFI wrappers </a:t>
            </a:r>
            <a:endParaRPr/>
          </a:p>
        </p:txBody>
      </p:sp>
      <p:cxnSp>
        <p:nvCxnSpPr>
          <p:cNvPr id="491" name="Google Shape;491;p3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92" name="Google Shape;49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494" name="Google Shape;49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3429000"/>
            <a:ext cx="12192000" cy="2250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&#10;&#10;Le contenu généré par l’IA peut être incorrect." id="495" name="Google Shape;49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532468"/>
            <a:ext cx="12192000" cy="225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LFI wrappers </a:t>
            </a:r>
            <a:endParaRPr/>
          </a:p>
        </p:txBody>
      </p:sp>
      <p:cxnSp>
        <p:nvCxnSpPr>
          <p:cNvPr id="503" name="Google Shape;503;p3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04" name="Google Shape;50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1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Site web, Visage humain&#10;&#10;Le contenu généré par l’IA peut être incorrect." id="506" name="Google Shape;50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701" y="1405597"/>
            <a:ext cx="9343577" cy="5281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XSS </a:t>
            </a:r>
            <a:endParaRPr/>
          </a:p>
        </p:txBody>
      </p:sp>
      <p:cxnSp>
        <p:nvCxnSpPr>
          <p:cNvPr id="514" name="Google Shape;514;p3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5" name="Google Shape;51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9"/>
          <p:cNvPicPr preferRelativeResize="0"/>
          <p:nvPr/>
        </p:nvPicPr>
        <p:blipFill rotWithShape="1">
          <a:blip r:embed="rId5">
            <a:alphaModFix/>
          </a:blip>
          <a:srcRect b="17694" l="22326" r="21869" t="17879"/>
          <a:stretch/>
        </p:blipFill>
        <p:spPr>
          <a:xfrm>
            <a:off x="67035" y="5843024"/>
            <a:ext cx="880906" cy="1017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ersonne, Visage humain&#10;&#10;Le contenu généré par l’IA peut être incorrect." id="517" name="Google Shape;51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8670" y="1317675"/>
            <a:ext cx="9654659" cy="545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XSS alert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25" name="Google Shape;525;p4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26" name="Google Shape;52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40"/>
          <p:cNvPicPr preferRelativeResize="0"/>
          <p:nvPr/>
        </p:nvPicPr>
        <p:blipFill rotWithShape="1">
          <a:blip r:embed="rId5">
            <a:alphaModFix/>
          </a:blip>
          <a:srcRect b="17694" l="22326" r="21869" t="17879"/>
          <a:stretch/>
        </p:blipFill>
        <p:spPr>
          <a:xfrm>
            <a:off x="67035" y="5843024"/>
            <a:ext cx="880906" cy="101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5400" y="802707"/>
            <a:ext cx="9601200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XSS alert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36" name="Google Shape;536;p4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37" name="Google Shape;53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1"/>
          <p:cNvPicPr preferRelativeResize="0"/>
          <p:nvPr/>
        </p:nvPicPr>
        <p:blipFill rotWithShape="1">
          <a:blip r:embed="rId5">
            <a:alphaModFix/>
          </a:blip>
          <a:srcRect b="17694" l="22326" r="21869" t="17879"/>
          <a:stretch/>
        </p:blipFill>
        <p:spPr>
          <a:xfrm>
            <a:off x="67035" y="5843024"/>
            <a:ext cx="880906" cy="101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35159" y="1359437"/>
            <a:ext cx="6921682" cy="5373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XSS image</a:t>
            </a:r>
            <a:endParaRPr/>
          </a:p>
        </p:txBody>
      </p:sp>
      <p:cxnSp>
        <p:nvCxnSpPr>
          <p:cNvPr id="547" name="Google Shape;547;p4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8" name="Google Shape;54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2"/>
          <p:cNvPicPr preferRelativeResize="0"/>
          <p:nvPr/>
        </p:nvPicPr>
        <p:blipFill rotWithShape="1">
          <a:blip r:embed="rId5">
            <a:alphaModFix/>
          </a:blip>
          <a:srcRect b="17694" l="22326" r="21869" t="17879"/>
          <a:stretch/>
        </p:blipFill>
        <p:spPr>
          <a:xfrm>
            <a:off x="67035" y="5843024"/>
            <a:ext cx="880906" cy="1017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&#10;&#10;Le contenu généré par l’IA peut être incorrect." id="550" name="Google Shape;55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208262"/>
            <a:ext cx="12192000" cy="444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43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XSS cookies</a:t>
            </a:r>
            <a:endParaRPr/>
          </a:p>
        </p:txBody>
      </p:sp>
      <p:cxnSp>
        <p:nvCxnSpPr>
          <p:cNvPr id="558" name="Google Shape;558;p43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59" name="Google Shape;55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3"/>
          <p:cNvPicPr preferRelativeResize="0"/>
          <p:nvPr/>
        </p:nvPicPr>
        <p:blipFill rotWithShape="1">
          <a:blip r:embed="rId5">
            <a:alphaModFix/>
          </a:blip>
          <a:srcRect b="17694" l="22326" r="21869" t="17879"/>
          <a:stretch/>
        </p:blipFill>
        <p:spPr>
          <a:xfrm>
            <a:off x="67035" y="5843024"/>
            <a:ext cx="880906" cy="1017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logiciel&#10;&#10;Le contenu généré par l’IA peut être incorrect." id="561" name="Google Shape;561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82789"/>
            <a:ext cx="12192000" cy="554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4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front</a:t>
            </a:r>
            <a:endParaRPr/>
          </a:p>
        </p:txBody>
      </p:sp>
      <p:cxnSp>
        <p:nvCxnSpPr>
          <p:cNvPr id="569" name="Google Shape;569;p44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70" name="Google Shape;57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Page web&#10;&#10;Le contenu généré par l’IA peut être incorrect." id="572" name="Google Shape;572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3957" y="1345746"/>
            <a:ext cx="9664086" cy="546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webshell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80" name="Google Shape;580;p45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81" name="Google Shape;58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apture d’écran, texte, Police&#10;&#10;Le contenu généré par l’IA peut être incorrect." id="583" name="Google Shape;58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1476135"/>
            <a:ext cx="12192000" cy="3905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6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Burp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91" name="Google Shape;591;p46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92" name="Google Shape;59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Le contenu généré par l’IA peut être incorrect." id="594" name="Google Shape;594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0121" y="1630834"/>
            <a:ext cx="8141879" cy="4831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rp Suite: The Basics TryHackMe Writeup | by Christopher Fouad Jabbour |  Medium" id="595" name="Google Shape;595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67590" y="2738965"/>
            <a:ext cx="4372497" cy="1380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7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Proxy</a:t>
            </a:r>
            <a:endParaRPr/>
          </a:p>
        </p:txBody>
      </p:sp>
      <p:cxnSp>
        <p:nvCxnSpPr>
          <p:cNvPr id="603" name="Google Shape;603;p47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4" name="Google Shape;60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Le contenu généré par l’IA peut être incorrect." id="606" name="Google Shape;60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287" y="1365141"/>
            <a:ext cx="9037426" cy="536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8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Repeat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14" name="Google Shape;614;p48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15" name="Google Shape;61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Le contenu généré par l’IA peut être incorrect." id="617" name="Google Shape;61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5810" y="1475992"/>
            <a:ext cx="7106094" cy="514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9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Repeat</a:t>
            </a:r>
            <a:endParaRPr b="1" sz="4000">
              <a:solidFill>
                <a:srgbClr val="F7F7F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25" name="Google Shape;625;p49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26" name="Google Shape;62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287" y="1365141"/>
            <a:ext cx="9037426" cy="536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0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PHP</a:t>
            </a:r>
            <a:endParaRPr/>
          </a:p>
        </p:txBody>
      </p:sp>
      <p:cxnSp>
        <p:nvCxnSpPr>
          <p:cNvPr id="636" name="Google Shape;636;p50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37" name="Google Shape;63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Le contenu généré par l’IA peut être incorrect." id="639" name="Google Shape;639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287" y="1365141"/>
            <a:ext cx="9037426" cy="536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1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PHP5?</a:t>
            </a:r>
            <a:endParaRPr/>
          </a:p>
        </p:txBody>
      </p:sp>
      <p:cxnSp>
        <p:nvCxnSpPr>
          <p:cNvPr id="647" name="Google Shape;647;p51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48" name="Google Shape;64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logiciel, Logiciel multimédia&#10;&#10;Le contenu généré par l’IA peut être incorrect." id="650" name="Google Shape;650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287" y="1365141"/>
            <a:ext cx="9037426" cy="5362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1325437" y="526898"/>
            <a:ext cx="944684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F7F7F7"/>
                </a:solidFill>
                <a:latin typeface="DM Sans"/>
                <a:ea typeface="DM Sans"/>
                <a:cs typeface="DM Sans"/>
                <a:sym typeface="DM Sans"/>
              </a:rPr>
              <a:t>02 – Exploitation Web - Upload PHP5?</a:t>
            </a:r>
            <a:endParaRPr/>
          </a:p>
        </p:txBody>
      </p:sp>
      <p:cxnSp>
        <p:nvCxnSpPr>
          <p:cNvPr id="658" name="Google Shape;658;p52"/>
          <p:cNvCxnSpPr/>
          <p:nvPr/>
        </p:nvCxnSpPr>
        <p:spPr>
          <a:xfrm rot="10800000">
            <a:off x="0" y="880841"/>
            <a:ext cx="1223889" cy="0"/>
          </a:xfrm>
          <a:prstGeom prst="straightConnector1">
            <a:avLst/>
          </a:prstGeom>
          <a:noFill/>
          <a:ln cap="rnd" cmpd="sng" w="25400">
            <a:solidFill>
              <a:srgbClr val="F7F7F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59" name="Google Shape;65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52444" y="-342137"/>
            <a:ext cx="2571966" cy="257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5843024"/>
            <a:ext cx="1014976" cy="1014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Police, logiciel, ligne&#10;&#10;Le contenu généré par l’IA peut être incorrect." id="661" name="Google Shape;661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1125" y="1975684"/>
            <a:ext cx="9795464" cy="3480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2024-02-23T15:00:05Z</dcterms:created>
  <dc:creator>Marie Minchella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101400.000000000</vt:lpwstr>
  </property>
  <property fmtid="{D5CDD505-2E9C-101B-9397-08002B2CF9AE}" pid="3" name="ContentTypeId">
    <vt:lpwstr>0x0101006F8BC58B66579A489CF09B0674C28B96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