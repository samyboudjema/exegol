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cstNy8UpiLNgeChzrzS2lSTKW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DMSans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customschemas.google.com/relationships/presentationmetadata" Target="metadata"/><Relationship Id="rId27" Type="http://schemas.openxmlformats.org/officeDocument/2006/relationships/font" Target="fonts/DM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6.png"/><Relationship Id="rId7" Type="http://schemas.openxmlformats.org/officeDocument/2006/relationships/image" Target="../media/image34.png"/><Relationship Id="rId8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4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" y="2879652"/>
            <a:ext cx="12192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CAMPUS CYBER COURSE</a:t>
            </a:r>
            <a:b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b="36140" l="16128" r="16223" t="35369"/>
          <a:stretch/>
        </p:blipFill>
        <p:spPr>
          <a:xfrm>
            <a:off x="4046219" y="3846442"/>
            <a:ext cx="1837627" cy="773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cole du numérique" id="91" name="Google Shape;91;p1"/>
          <p:cNvPicPr preferRelativeResize="0"/>
          <p:nvPr/>
        </p:nvPicPr>
        <p:blipFill rotWithShape="1">
          <a:blip r:embed="rId5">
            <a:alphaModFix/>
          </a:blip>
          <a:srcRect b="17172" l="0" r="0" t="21358"/>
          <a:stretch/>
        </p:blipFill>
        <p:spPr>
          <a:xfrm>
            <a:off x="6096000" y="3840661"/>
            <a:ext cx="2186976" cy="77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 txBox="1"/>
          <p:nvPr/>
        </p:nvSpPr>
        <p:spPr>
          <a:xfrm>
            <a:off x="1" y="2879652"/>
            <a:ext cx="12192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CAMPUSCYBER COURSE</a:t>
            </a:r>
            <a:b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8"/>
          <p:cNvPicPr preferRelativeResize="0"/>
          <p:nvPr/>
        </p:nvPicPr>
        <p:blipFill rotWithShape="1">
          <a:blip r:embed="rId4">
            <a:alphaModFix/>
          </a:blip>
          <a:srcRect b="36140" l="16128" r="16223" t="35369"/>
          <a:stretch/>
        </p:blipFill>
        <p:spPr>
          <a:xfrm>
            <a:off x="4046219" y="3846442"/>
            <a:ext cx="1837627" cy="773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cole du numérique" id="99" name="Google Shape;99;p8"/>
          <p:cNvPicPr preferRelativeResize="0"/>
          <p:nvPr/>
        </p:nvPicPr>
        <p:blipFill rotWithShape="1">
          <a:blip r:embed="rId5">
            <a:alphaModFix/>
          </a:blip>
          <a:srcRect b="17172" l="0" r="0" t="21358"/>
          <a:stretch/>
        </p:blipFill>
        <p:spPr>
          <a:xfrm>
            <a:off x="6096000" y="3840661"/>
            <a:ext cx="2186976" cy="779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9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9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9" name="Google Shape;1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3889" y="1385985"/>
            <a:ext cx="4945117" cy="4945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ercle, logo, Graphique, Police&#10;&#10;Description générée automatiquement" id="111" name="Google Shape;11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8853" y="1380051"/>
            <a:ext cx="1920261" cy="1920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apture d’écran, Graphique, Police, texte&#10;&#10;Description générée automatiquement" id="112" name="Google Shape;11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94520" y="3215551"/>
            <a:ext cx="2571966" cy="1285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08536" y="4611952"/>
            <a:ext cx="1719150" cy="17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Nmap</a:t>
            </a:r>
            <a:endParaRPr b="1" i="0" sz="4000" u="none" cap="none" strike="noStrike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21" name="Google Shape;121;p10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2" name="Google Shape;12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Police&#10;&#10;Description générée automatiquement" id="123" name="Google Shape;12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795" y="526898"/>
            <a:ext cx="1186961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ercle, logo, Graphique, Police&#10;&#10;Description générée automatiquement" id="124" name="Google Shape;12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Nmap</a:t>
            </a:r>
            <a:endParaRPr b="1" i="0" sz="4000" u="none" cap="none" strike="noStrike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32" name="Google Shape;132;p11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3" name="Google Shape;13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Police&#10;&#10;Description générée automatiquement" id="134" name="Google Shape;13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558" y="441008"/>
            <a:ext cx="1193488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ercle, logo, Graphique, Police&#10;&#10;Description générée automatiquement" id="135" name="Google Shape;13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2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Nmap</a:t>
            </a:r>
            <a:endParaRPr b="1" i="0" sz="4000" u="none" cap="none" strike="noStrike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43" name="Google Shape;143;p12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4" name="Google Shape;14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affichage&#10;&#10;Description générée automatiquement" id="145" name="Google Shape;14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9602" y="617392"/>
            <a:ext cx="78127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ercle, logo, Graphique, Police&#10;&#10;Description générée automatiquement" id="146" name="Google Shape;14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3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Nmap</a:t>
            </a:r>
            <a:endParaRPr b="1" i="0" sz="4000" u="none" cap="none" strike="noStrike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54" name="Google Shape;154;p13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5" name="Google Shape;1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affichage, logiciel&#10;&#10;Description générée automatiquement" id="156" name="Google Shape;15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0625" y="617392"/>
            <a:ext cx="72707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ercle, logo, Graphique, Police&#10;&#10;Description générée automatiquement" id="157" name="Google Shape;15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Nmap</a:t>
            </a:r>
            <a:endParaRPr b="1" i="0" sz="4000" u="none" cap="none" strike="noStrike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65" name="Google Shape;165;p14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6" name="Google Shape;16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Appareils électroniques, capture d’écran, logiciel&#10;&#10;Description générée automatiquement" id="167" name="Google Shape;1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12769" y="617392"/>
            <a:ext cx="776646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ercle, logo, Graphique, Police&#10;&#10;Description générée automatiquement" id="168" name="Google Shape;16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5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NXC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15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7" name="Google Shape;17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eases · Pennyw0rth/NetExec" id="178" name="Google Shape;17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61" y="5583910"/>
            <a:ext cx="2291255" cy="11456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, logiciel&#10;&#10;Description générée automatiquement" id="179" name="Google Shape;17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26898"/>
            <a:ext cx="12192000" cy="47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HTTP(s)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6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8" name="Google Shape;1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age web, Site web&#10;&#10;Description générée automatiquement" id="189" name="Google Shape;18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065" y="1497004"/>
            <a:ext cx="8825869" cy="509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4825" y="5977159"/>
            <a:ext cx="1272845" cy="681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SSH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7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9" name="Google Shape;1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Système d’exploitation&#10;&#10;Description générée automatiquement" id="200" name="Google Shape;2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3713" y="617392"/>
            <a:ext cx="884457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sh - Icônes ordinateur gratuites" id="201" name="Google Shape;20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3664" y="5433847"/>
            <a:ext cx="1305911" cy="1305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FTP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18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0" name="Google Shape;21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Logiciel multimédia&#10;&#10;Description générée automatiquement" id="211" name="Google Shape;21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1065" y="526898"/>
            <a:ext cx="859558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tp PNG Transparent Images Free Download | Vector Files | Pngtree" id="212" name="Google Shape;21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27326" y="4838737"/>
            <a:ext cx="2276843" cy="2276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SMB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19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1" name="Google Shape;2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affichage&#10;&#10;Description générée automatiquement" id="222" name="Google Shape;22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9435" y="526898"/>
            <a:ext cx="971312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670" y="5368822"/>
            <a:ext cx="1324467" cy="1324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NFS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20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2" name="Google Shape;2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, logiciel&#10;&#10;Description générée automatiquement" id="233" name="Google Shape;23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3679" y="342137"/>
            <a:ext cx="1018464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670" y="5368822"/>
            <a:ext cx="1324467" cy="1324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RDP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21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3" name="Google Shape;2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Appareils électroniques, capture d’écran, Appareil électronique&#10;&#10;Description générée automatiquement" id="244" name="Google Shape;24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857" y="2288956"/>
            <a:ext cx="6002809" cy="4459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Logiciel multimédia&#10;&#10;Description générée automatiquement" id="245" name="Google Shape;24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98034" y="880841"/>
            <a:ext cx="7529951" cy="463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334" y="5434245"/>
            <a:ext cx="1278563" cy="1278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WinRM</a:t>
            </a:r>
            <a:endParaRPr b="1" i="0" sz="4000" u="none" cap="none" strike="noStrike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54" name="Google Shape;254;p22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5" name="Google Shape;25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œur, accessoire, rouge, conception&#10;&#10;Description générée automatiquement" id="256" name="Google Shape;25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560" y="5519689"/>
            <a:ext cx="1223889" cy="1223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Logiciel multimédia&#10;&#10;Description générée automatiquement" id="257" name="Google Shape;25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004" y="526898"/>
            <a:ext cx="1158843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01 – Découverte de services – 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3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66" name="Google Shape;2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Logiciel multimédia&#10;&#10;Description générée automatiquement" id="267" name="Google Shape;26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3094" y="670123"/>
            <a:ext cx="6818576" cy="668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ône de couleur serveur Microsoft SQL aux formats PNG et SVG" id="268" name="Google Shape;26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1902" y="5229611"/>
            <a:ext cx="1495095" cy="1495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DM Prochain cours : installer Exegol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24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7" name="Google Shape;2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egol, un environnement dédié à la sécurité offensive" id="278" name="Google Shape;2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638522"/>
            <a:ext cx="12192000" cy="4338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5"/>
          <p:cNvSpPr txBox="1"/>
          <p:nvPr/>
        </p:nvSpPr>
        <p:spPr>
          <a:xfrm>
            <a:off x="1" y="2879652"/>
            <a:ext cx="12192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CAMPUS CYBER COURSE</a:t>
            </a:r>
            <a:b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5"/>
          <p:cNvPicPr preferRelativeResize="0"/>
          <p:nvPr/>
        </p:nvPicPr>
        <p:blipFill rotWithShape="1">
          <a:blip r:embed="rId4">
            <a:alphaModFix/>
          </a:blip>
          <a:srcRect b="36140" l="16128" r="16223" t="35369"/>
          <a:stretch/>
        </p:blipFill>
        <p:spPr>
          <a:xfrm>
            <a:off x="4046219" y="3846442"/>
            <a:ext cx="1837627" cy="773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cole du numérique" id="286" name="Google Shape;286;p35"/>
          <p:cNvPicPr preferRelativeResize="0"/>
          <p:nvPr/>
        </p:nvPicPr>
        <p:blipFill rotWithShape="1">
          <a:blip r:embed="rId5">
            <a:alphaModFix/>
          </a:blip>
          <a:srcRect b="17172" l="0" r="0" t="21358"/>
          <a:stretch/>
        </p:blipFill>
        <p:spPr>
          <a:xfrm>
            <a:off x="6096000" y="3840661"/>
            <a:ext cx="2186976" cy="77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2024-02-23T15:00:05Z</dcterms:created>
  <dc:creator>Marie Minchella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101400.000000000</vt:lpwstr>
  </property>
  <property fmtid="{D5CDD505-2E9C-101B-9397-08002B2CF9AE}" pid="3" name="ContentTypeId">
    <vt:lpwstr>0x0101006F8BC58B66579A489CF09B0674C28B96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